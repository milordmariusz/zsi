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5" r:id="rId9"/>
    <p:sldId id="263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rtl="0"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51AE39-F080-3543-9B1F-4CAF40C8F5E1}" v="15" dt="2022-03-21T18:06:56.426"/>
    <p1510:client id="{4CC000D2-D971-7A9F-83EA-BB507C73D7DC}" v="410" dt="2022-03-21T16:56:44.309"/>
    <p1510:client id="{AD01AAC6-953C-4D0F-9CD8-C52153B88711}" v="1347" dt="2022-03-21T18:08:54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29919690-6B5D-4C21-8494-374FC57BFD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FD82533-9FF4-4E9A-8FF8-95C9C698C2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7666D-2DA0-45AC-A449-EA18F36049C8}" type="datetime1">
              <a:rPr lang="pl-PL" smtClean="0"/>
              <a:t>21.03.2022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1FF64F9-6736-4B35-90EE-3670D6AD49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1122916-1854-4EB8-A4CA-B133002658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A9A20-C512-4B3D-B179-B69AE464BAE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91538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 noProof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AF645-9E17-4ADB-B34D-E867BD35BFCA}" type="datetime1">
              <a:rPr lang="pl-PL" smtClean="0"/>
              <a:pPr/>
              <a:t>21.03.2022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 noProof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noProof="0"/>
              <a:t>Kliknij, aby edytować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noProof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D19476-7C41-4434-882E-4AD17A9FD4BB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1761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19476-7C41-4434-882E-4AD17A9FD4BB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2270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Obraz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Prostokąt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Prostokąt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rtlCol="0" anchor="b">
            <a:noAutofit/>
          </a:bodyPr>
          <a:lstStyle>
            <a:lvl1pPr algn="r">
              <a:defRPr sz="5400"/>
            </a:lvl1pPr>
          </a:lstStyle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 rtlCol="0"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AC0EA8-CE0E-4E5A-A0F8-D299246FCC14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raz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Obraz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Prostokąt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Prostokąt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098F62-AD25-4C47-83DD-1DCF3F5B68E8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Obraz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Prostokąt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Prostokąt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rtlCol="0" anchor="ctr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 hasCustomPrompt="1"/>
          </p:nvPr>
        </p:nvSpPr>
        <p:spPr>
          <a:xfrm>
            <a:off x="680322" y="4232171"/>
            <a:ext cx="9613860" cy="1704017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75290C-D454-450B-8623-492D0C16D1CA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Obraz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Prostokąt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Prostokąt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sz="half" idx="1" hasCustomPrompt="1"/>
          </p:nvPr>
        </p:nvSpPr>
        <p:spPr>
          <a:xfrm>
            <a:off x="680320" y="2336873"/>
            <a:ext cx="4698358" cy="3599316"/>
          </a:xfrm>
        </p:spPr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 hasCustomPrompt="1"/>
          </p:nvPr>
        </p:nvSpPr>
        <p:spPr>
          <a:xfrm>
            <a:off x="5594123" y="2336873"/>
            <a:ext cx="4700058" cy="3599316"/>
          </a:xfrm>
        </p:spPr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D19E33-57BF-44B7-BFF9-C42BFA896180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az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Obraz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Prostokąt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Prostokąt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 rtlCol="0"/>
          <a:lstStyle/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 hasCustomPrompt="1"/>
          </p:nvPr>
        </p:nvSpPr>
        <p:spPr>
          <a:xfrm>
            <a:off x="906350" y="2336873"/>
            <a:ext cx="4472327" cy="69313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 hasCustomPrompt="1"/>
          </p:nvPr>
        </p:nvSpPr>
        <p:spPr>
          <a:xfrm>
            <a:off x="680322" y="3030008"/>
            <a:ext cx="4698355" cy="2906179"/>
          </a:xfrm>
        </p:spPr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 hasCustomPrompt="1"/>
          </p:nvPr>
        </p:nvSpPr>
        <p:spPr>
          <a:xfrm>
            <a:off x="5820154" y="2336873"/>
            <a:ext cx="4474028" cy="692076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6" name="Zawartość — symbol zastępczy 5"/>
          <p:cNvSpPr>
            <a:spLocks noGrp="1"/>
          </p:cNvSpPr>
          <p:nvPr>
            <p:ph sz="quarter" idx="4" hasCustomPrompt="1"/>
          </p:nvPr>
        </p:nvSpPr>
        <p:spPr>
          <a:xfrm>
            <a:off x="5594123" y="3030008"/>
            <a:ext cx="4700059" cy="2906179"/>
          </a:xfrm>
        </p:spPr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578FB02-D772-4455-A32D-56E8C5D1B3A9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Obraz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Prostokąt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Prostokąt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E7385E-1EF8-4915-BB72-E0B7F6D5238C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Prostokąt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09FD36-A18D-4D90-A24E-5475B2CB8FC8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3" name="Stopka — symbol zastępczy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Obraz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Prostokąt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Prostokąt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 hasCustomPrompt="1"/>
          </p:nvPr>
        </p:nvSpPr>
        <p:spPr>
          <a:xfrm>
            <a:off x="4685846" y="2336873"/>
            <a:ext cx="5608336" cy="3599313"/>
          </a:xfrm>
        </p:spPr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 hasCustomPrompt="1"/>
          </p:nvPr>
        </p:nvSpPr>
        <p:spPr>
          <a:xfrm>
            <a:off x="680322" y="2336872"/>
            <a:ext cx="3790078" cy="3599317"/>
          </a:xfrm>
        </p:spPr>
        <p:txBody>
          <a:bodyPr rtlCol="0"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34B16A-98CA-450A-A7EE-66D914AFE15E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Obraz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Prostokąt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Prostokąt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3" name="Obraz — symbol zastępczy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 hasCustomPrompt="1"/>
          </p:nvPr>
        </p:nvSpPr>
        <p:spPr>
          <a:xfrm>
            <a:off x="680323" y="2336873"/>
            <a:ext cx="3876256" cy="3599315"/>
          </a:xfrm>
        </p:spPr>
        <p:txBody>
          <a:bodyPr rtlCol="0"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DA5CEA-7F29-44B6-9B91-EB2A869A8D75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zny 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Obraz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Prostokąt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Prostokąt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rtlCol="0" anchor="b">
            <a:normAutofit/>
          </a:bodyPr>
          <a:lstStyle>
            <a:lvl1pPr>
              <a:defRPr sz="2400"/>
            </a:lvl1pPr>
          </a:lstStyle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3" name="Obraz — symbol zastępczy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 hasCustomPrompt="1"/>
          </p:nvPr>
        </p:nvSpPr>
        <p:spPr>
          <a:xfrm>
            <a:off x="680319" y="5169583"/>
            <a:ext cx="9613862" cy="622971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C00C8E-9F6A-44D8-AD04-259D8002A51C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Obraz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Prostokąt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Prostokąt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rtlCol="0" anchor="ctr"/>
          <a:lstStyle>
            <a:lvl1pPr>
              <a:defRPr sz="3200"/>
            </a:lvl1pPr>
          </a:lstStyle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 hasCustomPrompt="1"/>
          </p:nvPr>
        </p:nvSpPr>
        <p:spPr>
          <a:xfrm>
            <a:off x="680322" y="4711615"/>
            <a:ext cx="9613859" cy="1090789"/>
          </a:xfrm>
        </p:spPr>
        <p:txBody>
          <a:bodyPr rtlCol="0"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34F460-9B3C-4637-BFF6-02F6DC2D7BB3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tat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Obraz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Prostokąt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Prostokąt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rtlCol="0" anchor="ctr"/>
          <a:lstStyle>
            <a:lvl1pPr>
              <a:defRPr sz="3200"/>
            </a:lvl1pPr>
          </a:lstStyle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12" name="Tekst — symbol zastępczy 3"/>
          <p:cNvSpPr>
            <a:spLocks noGrp="1"/>
          </p:cNvSpPr>
          <p:nvPr>
            <p:ph type="body" sz="half" idx="13" hasCustomPrompt="1"/>
          </p:nvPr>
        </p:nvSpPr>
        <p:spPr>
          <a:xfrm>
            <a:off x="1402288" y="3653379"/>
            <a:ext cx="815657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 hasCustomPrompt="1"/>
          </p:nvPr>
        </p:nvSpPr>
        <p:spPr>
          <a:xfrm>
            <a:off x="680322" y="4711615"/>
            <a:ext cx="9613859" cy="109078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BA188A9-5F6B-4F71-A08A-7B3A9E3EF2F5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6" name="Pole tekstowe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l-PL" sz="72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Pole tekstowe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l-PL" sz="72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Obraz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Prostokąt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Prostokąt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 hasCustomPrompt="1"/>
          </p:nvPr>
        </p:nvSpPr>
        <p:spPr>
          <a:xfrm>
            <a:off x="680320" y="5300149"/>
            <a:ext cx="9613862" cy="502255"/>
          </a:xfrm>
        </p:spPr>
        <p:txBody>
          <a:bodyPr rtlCol="0"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706B49-F482-414A-A464-FE7A3F6C431D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Obraz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Prostokąt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Prostokąt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ytuł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 rtlCol="0"/>
          <a:lstStyle/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7" name="Tekst — symbol zastępczy 2"/>
          <p:cNvSpPr>
            <a:spLocks noGrp="1"/>
          </p:cNvSpPr>
          <p:nvPr>
            <p:ph type="body" idx="1" hasCustomPrompt="1"/>
          </p:nvPr>
        </p:nvSpPr>
        <p:spPr>
          <a:xfrm>
            <a:off x="660946" y="2336873"/>
            <a:ext cx="307003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8" name="Tekst — symbol zastępczy 3"/>
          <p:cNvSpPr>
            <a:spLocks noGrp="1"/>
          </p:cNvSpPr>
          <p:nvPr>
            <p:ph type="body" sz="half" idx="15" hasCustomPrompt="1"/>
          </p:nvPr>
        </p:nvSpPr>
        <p:spPr>
          <a:xfrm>
            <a:off x="680322" y="3022673"/>
            <a:ext cx="3049702" cy="291351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9" name="Tekst — symbol zastępczy 4"/>
          <p:cNvSpPr>
            <a:spLocks noGrp="1"/>
          </p:cNvSpPr>
          <p:nvPr>
            <p:ph type="body" sz="quarter" idx="3" hasCustomPrompt="1"/>
          </p:nvPr>
        </p:nvSpPr>
        <p:spPr>
          <a:xfrm>
            <a:off x="3956025" y="2336873"/>
            <a:ext cx="306324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0" name="Tekst — symbol zastępczy 3"/>
          <p:cNvSpPr>
            <a:spLocks noGrp="1"/>
          </p:cNvSpPr>
          <p:nvPr>
            <p:ph type="body" sz="half" idx="16" hasCustomPrompt="1"/>
          </p:nvPr>
        </p:nvSpPr>
        <p:spPr>
          <a:xfrm>
            <a:off x="3945470" y="3022673"/>
            <a:ext cx="3063240" cy="291351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1" name="Tekst — symbol zastępczy 4"/>
          <p:cNvSpPr>
            <a:spLocks noGrp="1"/>
          </p:cNvSpPr>
          <p:nvPr>
            <p:ph type="body" sz="quarter" idx="13" hasCustomPrompt="1"/>
          </p:nvPr>
        </p:nvSpPr>
        <p:spPr>
          <a:xfrm>
            <a:off x="7224156" y="2336873"/>
            <a:ext cx="30700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2" name="Tekst — symbol zastępczy 3"/>
          <p:cNvSpPr>
            <a:spLocks noGrp="1"/>
          </p:cNvSpPr>
          <p:nvPr>
            <p:ph type="body" sz="half" idx="17" hasCustomPrompt="1"/>
          </p:nvPr>
        </p:nvSpPr>
        <p:spPr>
          <a:xfrm>
            <a:off x="7224156" y="3022673"/>
            <a:ext cx="3070025" cy="291351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8E1AE3-0506-402E-80DB-AD23339F23EE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z obraz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raz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Obraz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Prostokąt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Prostokąt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ytuł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 rtlCol="0"/>
          <a:lstStyle/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19" name="Tekst — symbol zastępczy 2"/>
          <p:cNvSpPr>
            <a:spLocks noGrp="1"/>
          </p:cNvSpPr>
          <p:nvPr>
            <p:ph type="body" idx="1" hasCustomPrompt="1"/>
          </p:nvPr>
        </p:nvSpPr>
        <p:spPr>
          <a:xfrm>
            <a:off x="680318" y="4297503"/>
            <a:ext cx="304970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20" name="Obraz — symbol zastępczy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1" name="Tekst — symbol zastępczy 3"/>
          <p:cNvSpPr>
            <a:spLocks noGrp="1"/>
          </p:cNvSpPr>
          <p:nvPr>
            <p:ph type="body" sz="half" idx="18" hasCustomPrompt="1"/>
          </p:nvPr>
        </p:nvSpPr>
        <p:spPr>
          <a:xfrm>
            <a:off x="680318" y="4873765"/>
            <a:ext cx="3049705" cy="106242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22" name="Tekst — symbol zastępczy 4"/>
          <p:cNvSpPr>
            <a:spLocks noGrp="1"/>
          </p:cNvSpPr>
          <p:nvPr>
            <p:ph type="body" sz="quarter" idx="3" hasCustomPrompt="1"/>
          </p:nvPr>
        </p:nvSpPr>
        <p:spPr>
          <a:xfrm>
            <a:off x="3945471" y="4297503"/>
            <a:ext cx="306324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23" name="Obraz — symbol zastępczy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4" name="Tekst — symbol zastępczy 3"/>
          <p:cNvSpPr>
            <a:spLocks noGrp="1"/>
          </p:cNvSpPr>
          <p:nvPr>
            <p:ph type="body" sz="half" idx="19" hasCustomPrompt="1"/>
          </p:nvPr>
        </p:nvSpPr>
        <p:spPr>
          <a:xfrm>
            <a:off x="3944117" y="4873764"/>
            <a:ext cx="3067297" cy="106242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25" name="Tekst — symbol zastępczy 4"/>
          <p:cNvSpPr>
            <a:spLocks noGrp="1"/>
          </p:cNvSpPr>
          <p:nvPr>
            <p:ph type="body" sz="quarter" idx="13" hasCustomPrompt="1"/>
          </p:nvPr>
        </p:nvSpPr>
        <p:spPr>
          <a:xfrm>
            <a:off x="7230678" y="4297503"/>
            <a:ext cx="306350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26" name="Obraz — symbol zastępczy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7" name="Tekst — symbol zastępczy 3"/>
          <p:cNvSpPr>
            <a:spLocks noGrp="1"/>
          </p:cNvSpPr>
          <p:nvPr>
            <p:ph type="body" sz="half" idx="20" hasCustomPrompt="1"/>
          </p:nvPr>
        </p:nvSpPr>
        <p:spPr>
          <a:xfrm>
            <a:off x="7230553" y="4873762"/>
            <a:ext cx="3067563" cy="106242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0C24BD-240D-4571-A9AE-71FB8C8FF73D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Obraz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Prostokąt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Prostokąt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r">
              <a:defRPr/>
            </a:lvl1pPr>
          </a:lstStyle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C0A3FD-FB1F-482E-B8EF-EDD487144DCD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l-PL" noProof="0" smtClean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Prostokąt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 rtlCol="0"/>
          <a:lstStyle/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 hasCustomPrompt="1"/>
          </p:nvPr>
        </p:nvSpPr>
        <p:spPr>
          <a:xfrm>
            <a:off x="680322" y="609597"/>
            <a:ext cx="8870004" cy="5326589"/>
          </a:xfrm>
        </p:spPr>
        <p:txBody>
          <a:bodyPr vert="eaVert"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 rtlCol="0"/>
          <a:lstStyle/>
          <a:p>
            <a:pPr rtl="0"/>
            <a:fld id="{55A7CF1B-DA07-4364-9EDA-44D3FD2946DA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rtlCol="0" anchor="t"/>
          <a:lstStyle>
            <a:lvl1pPr algn="ctr">
              <a:defRPr/>
            </a:lvl1pPr>
          </a:lstStyle>
          <a:p>
            <a:pPr rtl="0"/>
            <a:fld id="{6D22F896-40B5-4ADD-8801-0D06FADFA095}" type="slidenum">
              <a:rPr lang="pl-PL" noProof="0" smtClean="0"/>
              <a:pPr rtl="0"/>
              <a:t>‹#›</a:t>
            </a:fld>
            <a:endParaRPr lang="pl-PL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0EA98EE-0193-48ED-B18F-A7BC8D00DCB4}" type="datetime1">
              <a:rPr lang="pl-PL" noProof="0" smtClean="0"/>
              <a:t>21.03.2022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pl-PL" noProof="0" smtClean="0"/>
              <a:pPr rtl="0"/>
              <a:t>‹#›</a:t>
            </a:fld>
            <a:endParaRPr lang="pl-PL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pl-PL" sz="5000">
                <a:ea typeface="+mj-lt"/>
                <a:cs typeface="+mj-lt"/>
              </a:rPr>
              <a:t>Instalacja Oracle </a:t>
            </a:r>
            <a:r>
              <a:rPr lang="pl-PL" sz="5000" err="1">
                <a:ea typeface="+mj-lt"/>
                <a:cs typeface="+mj-lt"/>
              </a:rPr>
              <a:t>VirtualBox</a:t>
            </a:r>
            <a:endParaRPr lang="en-US" sz="500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4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2477-A24E-4A59-B8F8-6D2CD22DF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170" y="3427417"/>
            <a:ext cx="9613861" cy="1080938"/>
          </a:xfrm>
        </p:spPr>
        <p:txBody>
          <a:bodyPr/>
          <a:lstStyle/>
          <a:p>
            <a:pPr algn="ctr"/>
            <a:r>
              <a:rPr lang="en-US" sz="6000" err="1"/>
              <a:t>Instalacja</a:t>
            </a:r>
            <a:r>
              <a:rPr lang="en-US" sz="6000"/>
              <a:t> </a:t>
            </a:r>
            <a:r>
              <a:rPr lang="en-US" sz="6000" err="1"/>
              <a:t>nadzorowana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1659989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C49E-A64D-40AD-B0F5-813CF356D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Instalacja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nadzorowana</a:t>
            </a:r>
            <a:endParaRPr lang="en-US">
              <a:ea typeface="+mj-lt"/>
              <a:cs typeface="+mj-lt"/>
            </a:endParaRPr>
          </a:p>
          <a:p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31344C91-E539-4F20-BF34-883867D25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110" y="2545640"/>
            <a:ext cx="4906145" cy="359931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F6B8F2-342F-4224-9180-E258367A2418}"/>
              </a:ext>
            </a:extLst>
          </p:cNvPr>
          <p:cNvSpPr txBox="1"/>
          <p:nvPr/>
        </p:nvSpPr>
        <p:spPr>
          <a:xfrm>
            <a:off x="6843387" y="3075140"/>
            <a:ext cx="4684733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Po </a:t>
            </a:r>
            <a:r>
              <a:rPr lang="en-US" sz="3200" err="1"/>
              <a:t>pobraniu</a:t>
            </a:r>
            <a:r>
              <a:rPr lang="en-US" sz="3200"/>
              <a:t> </a:t>
            </a:r>
            <a:r>
              <a:rPr lang="en-US" sz="3200" err="1"/>
              <a:t>instalatora</a:t>
            </a:r>
            <a:r>
              <a:rPr lang="en-US" sz="3200"/>
              <a:t> </a:t>
            </a:r>
            <a:r>
              <a:rPr lang="en-US" sz="3200" err="1"/>
              <a:t>zostajemy</a:t>
            </a:r>
            <a:r>
              <a:rPr lang="en-US" sz="3200"/>
              <a:t> </a:t>
            </a:r>
            <a:r>
              <a:rPr lang="en-US" sz="3200" err="1"/>
              <a:t>powitani</a:t>
            </a:r>
            <a:r>
              <a:rPr lang="en-US" sz="3200"/>
              <a:t> </a:t>
            </a:r>
            <a:r>
              <a:rPr lang="en-US" sz="3200" err="1"/>
              <a:t>takim</a:t>
            </a:r>
            <a:r>
              <a:rPr lang="en-US" sz="3200"/>
              <a:t> </a:t>
            </a:r>
            <a:r>
              <a:rPr lang="en-US" sz="3200" err="1"/>
              <a:t>ekranem</a:t>
            </a:r>
            <a:r>
              <a:rPr lang="en-US" sz="3200"/>
              <a:t>.</a:t>
            </a:r>
            <a:endParaRPr lang="en-US"/>
          </a:p>
          <a:p>
            <a:r>
              <a:rPr lang="en-US" sz="3200"/>
              <a:t> </a:t>
            </a:r>
            <a:br>
              <a:rPr lang="en-US" sz="3200"/>
            </a:br>
            <a:r>
              <a:rPr lang="en-US" sz="3200" err="1"/>
              <a:t>Klikamy</a:t>
            </a:r>
            <a:r>
              <a:rPr lang="en-US" sz="3200"/>
              <a:t> "Next &gt;"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54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58957-754B-4D1B-91E6-9E54D5DED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Instalacja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nadzorowana</a:t>
            </a:r>
            <a:endParaRPr lang="en-US">
              <a:ea typeface="+mj-lt"/>
              <a:cs typeface="+mj-lt"/>
            </a:endParaRPr>
          </a:p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4D396D4-71C7-4C01-8595-FF256F47D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797" y="2556079"/>
            <a:ext cx="4907648" cy="359931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4BD821-B258-4127-ACB5-FB8ED3FADFDA}"/>
              </a:ext>
            </a:extLst>
          </p:cNvPr>
          <p:cNvSpPr txBox="1"/>
          <p:nvPr/>
        </p:nvSpPr>
        <p:spPr>
          <a:xfrm>
            <a:off x="6164892" y="2584536"/>
            <a:ext cx="5676377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Teraz </a:t>
            </a:r>
            <a:r>
              <a:rPr lang="en-US" sz="3200" err="1"/>
              <a:t>możemy</a:t>
            </a:r>
            <a:r>
              <a:rPr lang="en-US" sz="3200"/>
              <a:t> </a:t>
            </a:r>
            <a:r>
              <a:rPr lang="en-US" sz="3200" err="1"/>
              <a:t>wybrać</a:t>
            </a:r>
            <a:r>
              <a:rPr lang="en-US" sz="3200"/>
              <a:t> </a:t>
            </a:r>
            <a:r>
              <a:rPr lang="en-US" sz="3200" err="1"/>
              <a:t>sposób</a:t>
            </a:r>
            <a:r>
              <a:rPr lang="en-US" sz="3200"/>
              <a:t> </a:t>
            </a:r>
            <a:r>
              <a:rPr lang="en-US" sz="3200" err="1"/>
              <a:t>instalowania</a:t>
            </a:r>
            <a:r>
              <a:rPr lang="en-US" sz="3200"/>
              <a:t> </a:t>
            </a:r>
            <a:r>
              <a:rPr lang="en-US" sz="3200" err="1"/>
              <a:t>poszczególnych</a:t>
            </a:r>
            <a:r>
              <a:rPr lang="en-US" sz="3200"/>
              <a:t> </a:t>
            </a:r>
            <a:r>
              <a:rPr lang="en-US" sz="3200" err="1"/>
              <a:t>elementów</a:t>
            </a:r>
            <a:r>
              <a:rPr lang="en-US" sz="3200"/>
              <a:t> </a:t>
            </a:r>
            <a:r>
              <a:rPr lang="en-US" sz="3200" err="1"/>
              <a:t>programu</a:t>
            </a:r>
            <a:r>
              <a:rPr lang="en-US" sz="3200"/>
              <a:t> jak </a:t>
            </a:r>
            <a:r>
              <a:rPr lang="en-US" sz="3200" err="1"/>
              <a:t>i</a:t>
            </a:r>
            <a:r>
              <a:rPr lang="en-US" sz="3200"/>
              <a:t> ich </a:t>
            </a:r>
            <a:r>
              <a:rPr lang="en-US" sz="3200" err="1"/>
              <a:t>lokalizację</a:t>
            </a:r>
            <a:r>
              <a:rPr lang="en-US" sz="3200"/>
              <a:t>.</a:t>
            </a:r>
          </a:p>
          <a:p>
            <a:endParaRPr lang="en-US" sz="3200"/>
          </a:p>
          <a:p>
            <a:r>
              <a:rPr lang="en-US" sz="3200" err="1"/>
              <a:t>Wybieramy</a:t>
            </a:r>
            <a:r>
              <a:rPr lang="en-US" sz="3200"/>
              <a:t> </a:t>
            </a:r>
            <a:r>
              <a:rPr lang="en-US" sz="3200" err="1"/>
              <a:t>dogodne</a:t>
            </a:r>
            <a:r>
              <a:rPr lang="en-US" sz="3200"/>
              <a:t> </a:t>
            </a:r>
            <a:r>
              <a:rPr lang="en-US" sz="3200" err="1"/>
              <a:t>miejsce</a:t>
            </a:r>
            <a:r>
              <a:rPr lang="en-US" sz="3200"/>
              <a:t> </a:t>
            </a:r>
            <a:r>
              <a:rPr lang="en-US" sz="3200" err="1"/>
              <a:t>na</a:t>
            </a:r>
            <a:r>
              <a:rPr lang="en-US" sz="3200"/>
              <a:t> </a:t>
            </a:r>
            <a:r>
              <a:rPr lang="en-US" sz="3200" err="1"/>
              <a:t>dysku</a:t>
            </a:r>
            <a:r>
              <a:rPr lang="en-US" sz="3200"/>
              <a:t> </a:t>
            </a:r>
            <a:r>
              <a:rPr lang="en-US" sz="3200" err="1"/>
              <a:t>i</a:t>
            </a:r>
            <a:r>
              <a:rPr lang="en-US" sz="3200"/>
              <a:t> </a:t>
            </a:r>
            <a:r>
              <a:rPr lang="en-US" sz="3200" err="1"/>
              <a:t>wciskamy</a:t>
            </a:r>
            <a:r>
              <a:rPr lang="en-US" sz="3200"/>
              <a:t> "Next &gt;"</a:t>
            </a:r>
          </a:p>
        </p:txBody>
      </p:sp>
    </p:spTree>
    <p:extLst>
      <p:ext uri="{BB962C8B-B14F-4D97-AF65-F5344CB8AC3E}">
        <p14:creationId xmlns:p14="http://schemas.microsoft.com/office/powerpoint/2010/main" val="4100888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08E7-801C-4D54-809E-16E44973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Instalacja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nadzorowana</a:t>
            </a:r>
          </a:p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750CC03-3253-48D0-9459-BECEB1A05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69" y="2556078"/>
            <a:ext cx="4913704" cy="359931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F6B380-4447-4354-8DFB-2208EA084890}"/>
              </a:ext>
            </a:extLst>
          </p:cNvPr>
          <p:cNvSpPr txBox="1"/>
          <p:nvPr/>
        </p:nvSpPr>
        <p:spPr>
          <a:xfrm>
            <a:off x="6164893" y="3325660"/>
            <a:ext cx="5352787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err="1"/>
              <a:t>Następnie</a:t>
            </a:r>
            <a:r>
              <a:rPr lang="en-US" sz="3200"/>
              <a:t> </a:t>
            </a:r>
            <a:r>
              <a:rPr lang="en-US" sz="3200" err="1"/>
              <a:t>możemy</a:t>
            </a:r>
            <a:r>
              <a:rPr lang="en-US" sz="3200"/>
              <a:t> </a:t>
            </a:r>
            <a:r>
              <a:rPr lang="en-US" sz="3200" err="1"/>
              <a:t>wybrać</a:t>
            </a:r>
            <a:r>
              <a:rPr lang="en-US" sz="3200"/>
              <a:t> </a:t>
            </a:r>
            <a:r>
              <a:rPr lang="en-US" sz="3200" err="1"/>
              <a:t>czy</a:t>
            </a:r>
            <a:r>
              <a:rPr lang="en-US" sz="3200"/>
              <a:t> </a:t>
            </a:r>
            <a:r>
              <a:rPr lang="en-US" sz="3200" err="1"/>
              <a:t>chcemy</a:t>
            </a:r>
            <a:r>
              <a:rPr lang="en-US" sz="3200"/>
              <a:t> </a:t>
            </a:r>
            <a:r>
              <a:rPr lang="en-US" sz="3200" err="1"/>
              <a:t>poszczególne</a:t>
            </a:r>
            <a:r>
              <a:rPr lang="en-US" sz="3200"/>
              <a:t> </a:t>
            </a:r>
            <a:r>
              <a:rPr lang="en-US" sz="3200" err="1"/>
              <a:t>skróty</a:t>
            </a:r>
            <a:r>
              <a:rPr lang="en-US" sz="3200"/>
              <a:t> (np. W </a:t>
            </a:r>
            <a:r>
              <a:rPr lang="en-US" sz="3200" err="1"/>
              <a:t>pasku</a:t>
            </a:r>
            <a:r>
              <a:rPr lang="en-US" sz="3200"/>
              <a:t> </a:t>
            </a:r>
            <a:r>
              <a:rPr lang="en-US" sz="3200" err="1"/>
              <a:t>zadań</a:t>
            </a:r>
            <a:r>
              <a:rPr lang="en-US" sz="3200"/>
              <a:t> </a:t>
            </a:r>
            <a:r>
              <a:rPr lang="en-US" sz="3200" err="1"/>
              <a:t>czy</a:t>
            </a:r>
            <a:r>
              <a:rPr lang="en-US" sz="3200"/>
              <a:t> </a:t>
            </a:r>
            <a:r>
              <a:rPr lang="en-US" sz="3200" err="1"/>
              <a:t>na</a:t>
            </a:r>
            <a:r>
              <a:rPr lang="en-US" sz="3200"/>
              <a:t> </a:t>
            </a:r>
            <a:r>
              <a:rPr lang="en-US" sz="3200" err="1"/>
              <a:t>pulpicie</a:t>
            </a:r>
            <a:r>
              <a:rPr lang="en-US" sz="3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9896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2C1650-1BBB-0F4E-2491-56B71546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Instalacja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nadzorowana</a:t>
            </a:r>
            <a:endParaRPr lang="en-US">
              <a:ea typeface="+mj-lt"/>
              <a:cs typeface="+mj-lt"/>
            </a:endParaRPr>
          </a:p>
          <a:p>
            <a:endParaRPr lang="pl-PL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AF27EFF-2EB7-457D-8A8A-CE4B2B80A6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81038" y="2444125"/>
            <a:ext cx="4697412" cy="3384212"/>
          </a:xfrm>
        </p:spPr>
      </p:pic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64F07FD1-9E25-87C3-6701-01F0C955AC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 </a:t>
            </a:r>
            <a:r>
              <a:rPr lang="en-US" err="1"/>
              <a:t>przypadku</a:t>
            </a:r>
            <a:r>
              <a:rPr lang="en-US"/>
              <a:t> </a:t>
            </a:r>
            <a:r>
              <a:rPr lang="en-US" err="1"/>
              <a:t>zaznaczenia</a:t>
            </a:r>
            <a:r>
              <a:rPr lang="en-US"/>
              <a:t> </a:t>
            </a:r>
            <a:r>
              <a:rPr lang="en-US" err="1"/>
              <a:t>instalacji</a:t>
            </a:r>
            <a:r>
              <a:rPr lang="en-US"/>
              <a:t> </a:t>
            </a:r>
            <a:r>
              <a:rPr lang="en-US" err="1"/>
              <a:t>dodatków</a:t>
            </a:r>
            <a:r>
              <a:rPr lang="en-US"/>
              <a:t> 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lokalnym</a:t>
            </a:r>
            <a:r>
              <a:rPr lang="en-US"/>
              <a:t> </a:t>
            </a:r>
            <a:r>
              <a:rPr lang="en-US" err="1"/>
              <a:t>dysku</a:t>
            </a:r>
            <a:r>
              <a:rPr lang="en-US"/>
              <a:t> w </a:t>
            </a:r>
            <a:r>
              <a:rPr lang="en-US" err="1"/>
              <a:t>poprzednim</a:t>
            </a:r>
            <a:r>
              <a:rPr lang="en-US"/>
              <a:t> </a:t>
            </a:r>
            <a:r>
              <a:rPr lang="en-US" err="1"/>
              <a:t>punkcie</a:t>
            </a:r>
            <a:r>
              <a:rPr lang="en-US"/>
              <a:t> </a:t>
            </a:r>
            <a:r>
              <a:rPr lang="en-US" err="1"/>
              <a:t>pojawia</a:t>
            </a:r>
            <a:r>
              <a:rPr lang="en-US"/>
              <a:t> </a:t>
            </a:r>
            <a:r>
              <a:rPr lang="en-US" err="1"/>
              <a:t>się</a:t>
            </a:r>
            <a:r>
              <a:rPr lang="en-US"/>
              <a:t> </a:t>
            </a:r>
            <a:r>
              <a:rPr lang="en-US" err="1"/>
              <a:t>komunikat</a:t>
            </a:r>
            <a:r>
              <a:rPr lang="en-US"/>
              <a:t> o </a:t>
            </a:r>
            <a:r>
              <a:rPr lang="en-US" err="1"/>
              <a:t>podjęciu</a:t>
            </a:r>
            <a:r>
              <a:rPr lang="en-US"/>
              <a:t> </a:t>
            </a:r>
            <a:r>
              <a:rPr lang="en-US" err="1"/>
              <a:t>potrzebnych</a:t>
            </a:r>
            <a:r>
              <a:rPr lang="en-US"/>
              <a:t> </a:t>
            </a:r>
            <a:r>
              <a:rPr lang="en-US" err="1"/>
              <a:t>działań</a:t>
            </a:r>
            <a:r>
              <a:rPr lang="en-US"/>
              <a:t> w </a:t>
            </a:r>
            <a:r>
              <a:rPr lang="en-US" err="1"/>
              <a:t>celu</a:t>
            </a:r>
            <a:r>
              <a:rPr lang="en-US"/>
              <a:t> ich </a:t>
            </a:r>
            <a:r>
              <a:rPr lang="en-US" err="1"/>
              <a:t>instalacji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1585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8E4849-8B96-50D9-8BE1-231494B1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Instalacja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nadzorowana</a:t>
            </a:r>
          </a:p>
          <a:p>
            <a:endParaRPr lang="pl-P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499303-3977-481A-A1C9-D9F7890A8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5050" y="3212119"/>
            <a:ext cx="5003851" cy="23376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>
                <a:ea typeface="+mn-lt"/>
                <a:cs typeface="+mn-lt"/>
              </a:rPr>
              <a:t>Aby </a:t>
            </a:r>
            <a:r>
              <a:rPr lang="en-US" sz="3200" err="1">
                <a:ea typeface="+mn-lt"/>
                <a:cs typeface="+mn-lt"/>
              </a:rPr>
              <a:t>zakończyć</a:t>
            </a:r>
            <a:r>
              <a:rPr lang="en-US" sz="3200"/>
              <a:t> </a:t>
            </a:r>
            <a:r>
              <a:rPr lang="en-US" sz="3200" err="1"/>
              <a:t>proces</a:t>
            </a:r>
            <a:r>
              <a:rPr lang="en-US" sz="3200"/>
              <a:t> </a:t>
            </a:r>
            <a:r>
              <a:rPr lang="en-US" sz="3200" err="1"/>
              <a:t>instalcji</a:t>
            </a:r>
            <a:r>
              <a:rPr lang="en-US" sz="3200"/>
              <a:t> </a:t>
            </a:r>
            <a:r>
              <a:rPr lang="en-US" sz="3200" err="1"/>
              <a:t>oprogramowania</a:t>
            </a:r>
            <a:r>
              <a:rPr lang="en-US" sz="3200"/>
              <a:t> Oracle VirtualBox </a:t>
            </a:r>
            <a:endParaRPr lang="en-US"/>
          </a:p>
          <a:p>
            <a:pPr marL="0" indent="0">
              <a:buNone/>
            </a:pPr>
            <a:r>
              <a:rPr lang="en-US" sz="3200" err="1"/>
              <a:t>Naciskamy</a:t>
            </a:r>
            <a:r>
              <a:rPr lang="en-US" sz="3200"/>
              <a:t> "Install" 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2ED9863A-02A3-4D7F-982B-F92B0F19E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57" y="2626724"/>
            <a:ext cx="4809994" cy="351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305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807A-C477-4475-BE4A-64412F0FD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746" y="3425447"/>
            <a:ext cx="9613861" cy="1080938"/>
          </a:xfrm>
        </p:spPr>
        <p:txBody>
          <a:bodyPr/>
          <a:lstStyle/>
          <a:p>
            <a:pPr algn="ctr"/>
            <a:r>
              <a:rPr lang="en-US" sz="6000" err="1"/>
              <a:t>Instalacja</a:t>
            </a:r>
            <a:r>
              <a:rPr lang="en-US" sz="6000"/>
              <a:t> </a:t>
            </a:r>
            <a:r>
              <a:rPr lang="en-US" sz="6000" err="1"/>
              <a:t>nienadzorowana</a:t>
            </a:r>
            <a:endParaRPr lang="en-US" sz="60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68834F-1CE3-4B80-8984-4F133BE0B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42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B333-90C2-41BA-B7DE-89EAE858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Instalacja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nienadzorowana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700A258-1B34-46DD-90EE-47F4CCA7DC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255" y="3424489"/>
            <a:ext cx="5448300" cy="10001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77AAF0-40D4-4CBC-823C-86C80E5475B0}"/>
              </a:ext>
            </a:extLst>
          </p:cNvPr>
          <p:cNvSpPr txBox="1"/>
          <p:nvPr/>
        </p:nvSpPr>
        <p:spPr>
          <a:xfrm>
            <a:off x="7594948" y="3137770"/>
            <a:ext cx="354695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Po </a:t>
            </a:r>
            <a:r>
              <a:rPr lang="en-US" sz="3200" err="1"/>
              <a:t>pobraniu</a:t>
            </a:r>
            <a:r>
              <a:rPr lang="en-US" sz="3200"/>
              <a:t> </a:t>
            </a:r>
            <a:r>
              <a:rPr lang="en-US" sz="3200" err="1"/>
              <a:t>pliku</a:t>
            </a:r>
            <a:r>
              <a:rPr lang="en-US" sz="3200"/>
              <a:t> exe </a:t>
            </a:r>
            <a:r>
              <a:rPr lang="en-US" sz="3200" err="1"/>
              <a:t>odnajdujemy</a:t>
            </a:r>
            <a:r>
              <a:rPr lang="en-US" sz="3200"/>
              <a:t> go w </a:t>
            </a:r>
            <a:r>
              <a:rPr lang="en-US" sz="3200" err="1"/>
              <a:t>konsoli</a:t>
            </a:r>
            <a:r>
              <a:rPr lang="en-US" sz="3200"/>
              <a:t> </a:t>
            </a:r>
            <a:r>
              <a:rPr lang="en-US" sz="3200" err="1"/>
              <a:t>cmd</a:t>
            </a:r>
            <a:r>
              <a:rPr lang="en-US" sz="3200"/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40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97A6-BACD-49A1-A30F-54AE6BA01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Instalacja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nienadzorowana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078563A-8978-44FE-ADE2-D1148225F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5089" y="2420380"/>
            <a:ext cx="3704598" cy="359931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C841EF-8FA9-4809-9BB5-755AB1FB065A}"/>
              </a:ext>
            </a:extLst>
          </p:cNvPr>
          <p:cNvSpPr txBox="1"/>
          <p:nvPr/>
        </p:nvSpPr>
        <p:spPr>
          <a:xfrm>
            <a:off x="6634620" y="2448838"/>
            <a:ext cx="4977006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Po </a:t>
            </a:r>
            <a:r>
              <a:rPr lang="en-US" sz="3200" err="1"/>
              <a:t>dopisaniu</a:t>
            </a:r>
            <a:r>
              <a:rPr lang="en-US" sz="3200"/>
              <a:t> "–-help" do </a:t>
            </a:r>
            <a:r>
              <a:rPr lang="en-US" sz="3200" err="1"/>
              <a:t>poprzedniej</a:t>
            </a:r>
            <a:r>
              <a:rPr lang="en-US" sz="3200"/>
              <a:t> </a:t>
            </a:r>
            <a:r>
              <a:rPr lang="en-US" sz="3200" err="1"/>
              <a:t>komendy</a:t>
            </a:r>
            <a:r>
              <a:rPr lang="en-US" sz="3200"/>
              <a:t> </a:t>
            </a:r>
            <a:r>
              <a:rPr lang="en-US" sz="3200" err="1"/>
              <a:t>pokaże</a:t>
            </a:r>
            <a:r>
              <a:rPr lang="en-US" sz="3200"/>
              <a:t> </a:t>
            </a:r>
            <a:r>
              <a:rPr lang="en-US" sz="3200" err="1"/>
              <a:t>nam</a:t>
            </a:r>
            <a:r>
              <a:rPr lang="en-US" sz="3200"/>
              <a:t> </a:t>
            </a:r>
            <a:r>
              <a:rPr lang="en-US" sz="3200" err="1"/>
              <a:t>się</a:t>
            </a:r>
            <a:r>
              <a:rPr lang="en-US" sz="3200"/>
              <a:t> </a:t>
            </a:r>
            <a:r>
              <a:rPr lang="en-US" sz="3200" err="1"/>
              <a:t>takie</a:t>
            </a:r>
            <a:r>
              <a:rPr lang="en-US" sz="3200"/>
              <a:t> </a:t>
            </a:r>
            <a:r>
              <a:rPr lang="en-US" sz="3200" err="1"/>
              <a:t>okienko</a:t>
            </a:r>
            <a:r>
              <a:rPr lang="en-US" sz="3200"/>
              <a:t>. Jest to </a:t>
            </a:r>
            <a:r>
              <a:rPr lang="en-US" sz="3200" err="1"/>
              <a:t>spis</a:t>
            </a:r>
            <a:r>
              <a:rPr lang="en-US" sz="3200"/>
              <a:t> </a:t>
            </a:r>
            <a:r>
              <a:rPr lang="en-US" sz="3200" err="1"/>
              <a:t>wszystkich</a:t>
            </a:r>
            <a:r>
              <a:rPr lang="en-US" sz="3200"/>
              <a:t> </a:t>
            </a:r>
            <a:r>
              <a:rPr lang="en-US" sz="3200" err="1"/>
              <a:t>możliwych</a:t>
            </a:r>
            <a:r>
              <a:rPr lang="en-US" sz="3200"/>
              <a:t> </a:t>
            </a:r>
            <a:r>
              <a:rPr lang="en-US" sz="3200" err="1"/>
              <a:t>parametrów</a:t>
            </a:r>
            <a:r>
              <a:rPr lang="en-US" sz="3200"/>
              <a:t> </a:t>
            </a:r>
            <a:r>
              <a:rPr lang="en-US" sz="3200" err="1"/>
              <a:t>których</a:t>
            </a:r>
            <a:r>
              <a:rPr lang="en-US" sz="3200"/>
              <a:t> </a:t>
            </a:r>
            <a:r>
              <a:rPr lang="en-US" sz="3200" err="1"/>
              <a:t>możemy</a:t>
            </a:r>
            <a:r>
              <a:rPr lang="en-US" sz="3200"/>
              <a:t> </a:t>
            </a:r>
            <a:r>
              <a:rPr lang="en-US" sz="3200" err="1"/>
              <a:t>użyć</a:t>
            </a:r>
          </a:p>
        </p:txBody>
      </p:sp>
    </p:spTree>
    <p:extLst>
      <p:ext uri="{BB962C8B-B14F-4D97-AF65-F5344CB8AC3E}">
        <p14:creationId xmlns:p14="http://schemas.microsoft.com/office/powerpoint/2010/main" val="2500867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7E27A-E660-4E85-93BC-38882D7F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Instalacja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nienadzorowana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0D3A49B-68CD-4317-94F6-5389400C2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5746" y="2451902"/>
            <a:ext cx="9613861" cy="84317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E59F0C-FFF0-462A-88FD-FD0250ACEDC8}"/>
              </a:ext>
            </a:extLst>
          </p:cNvPr>
          <p:cNvSpPr txBox="1"/>
          <p:nvPr/>
        </p:nvSpPr>
        <p:spPr>
          <a:xfrm>
            <a:off x="1311057" y="3972838"/>
            <a:ext cx="956988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err="1"/>
              <a:t>Przykładowe</a:t>
            </a:r>
            <a:r>
              <a:rPr lang="en-US" sz="3200"/>
              <a:t> </a:t>
            </a:r>
            <a:r>
              <a:rPr lang="en-US" sz="3200" err="1"/>
              <a:t>parametry</a:t>
            </a:r>
            <a:r>
              <a:rPr lang="en-US" sz="3200"/>
              <a:t>: </a:t>
            </a:r>
            <a:endParaRPr lang="en-US" sz="3200">
              <a:ea typeface="+mn-lt"/>
              <a:cs typeface="+mn-lt"/>
            </a:endParaRPr>
          </a:p>
          <a:p>
            <a:pPr algn="ctr"/>
            <a:r>
              <a:rPr lang="en-US" sz="3200">
                <a:ea typeface="+mn-lt"/>
                <a:cs typeface="+mn-lt"/>
              </a:rPr>
              <a:t>VBOX_INSTALLDESKTOPSHORTCUT </a:t>
            </a:r>
            <a:r>
              <a:rPr lang="en-US" sz="3200" err="1">
                <a:ea typeface="+mn-lt"/>
                <a:cs typeface="+mn-lt"/>
              </a:rPr>
              <a:t>decyduje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czy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zostanie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utworzony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skrót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na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pulpicie</a:t>
            </a:r>
            <a:r>
              <a:rPr lang="en-US" sz="3200">
                <a:ea typeface="+mn-lt"/>
                <a:cs typeface="+mn-lt"/>
              </a:rPr>
              <a:t> 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199097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9416-77C4-4E4D-BBCA-8600A4E87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Instalacja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nienadzorowana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685976C-E8AB-4857-9CCF-529A61F7E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5426" y="2297618"/>
            <a:ext cx="9334500" cy="94297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B53C49-62CA-4F67-A4E8-F803E5DA19A2}"/>
              </a:ext>
            </a:extLst>
          </p:cNvPr>
          <p:cNvSpPr txBox="1"/>
          <p:nvPr/>
        </p:nvSpPr>
        <p:spPr>
          <a:xfrm>
            <a:off x="1655523" y="3858017"/>
            <a:ext cx="889139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err="1"/>
              <a:t>Przykładowe</a:t>
            </a:r>
            <a:r>
              <a:rPr lang="en-US" sz="3200"/>
              <a:t> </a:t>
            </a:r>
            <a:r>
              <a:rPr lang="en-US" sz="3200" err="1"/>
              <a:t>parametry</a:t>
            </a:r>
            <a:r>
              <a:rPr lang="en-US" sz="3200"/>
              <a:t>: ​</a:t>
            </a:r>
          </a:p>
          <a:p>
            <a:pPr algn="ctr"/>
            <a:r>
              <a:rPr lang="en-US" sz="3200" err="1"/>
              <a:t>VBOX_Start</a:t>
            </a:r>
            <a:r>
              <a:rPr lang="en-US" sz="3200"/>
              <a:t> </a:t>
            </a:r>
            <a:r>
              <a:rPr lang="en-US" sz="3200" err="1"/>
              <a:t>decyduje</a:t>
            </a:r>
            <a:r>
              <a:rPr lang="en-US" sz="3200"/>
              <a:t> </a:t>
            </a:r>
            <a:r>
              <a:rPr lang="en-US" sz="3200" err="1"/>
              <a:t>czy</a:t>
            </a:r>
            <a:r>
              <a:rPr lang="en-US" sz="3200"/>
              <a:t> VirtualBox </a:t>
            </a:r>
            <a:r>
              <a:rPr lang="en-US" sz="3200" err="1"/>
              <a:t>zostanie</a:t>
            </a:r>
            <a:r>
              <a:rPr lang="en-US" sz="3200"/>
              <a:t> </a:t>
            </a:r>
            <a:r>
              <a:rPr lang="en-US" sz="3200" err="1"/>
              <a:t>uruchomiony</a:t>
            </a:r>
            <a:r>
              <a:rPr lang="en-US" sz="3200"/>
              <a:t> </a:t>
            </a:r>
            <a:r>
              <a:rPr lang="en-US" sz="3200" err="1"/>
              <a:t>zaraz</a:t>
            </a:r>
            <a:r>
              <a:rPr lang="en-US" sz="3200"/>
              <a:t> po </a:t>
            </a:r>
            <a:r>
              <a:rPr lang="en-US" sz="3200" err="1"/>
              <a:t>instalacji</a:t>
            </a:r>
          </a:p>
        </p:txBody>
      </p:sp>
    </p:spTree>
    <p:extLst>
      <p:ext uri="{BB962C8B-B14F-4D97-AF65-F5344CB8AC3E}">
        <p14:creationId xmlns:p14="http://schemas.microsoft.com/office/powerpoint/2010/main" val="2184029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408D-CA38-4209-950E-6BF4D685C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Instalacja</a:t>
            </a:r>
            <a:r>
              <a:rPr lang="en-US"/>
              <a:t> </a:t>
            </a:r>
            <a:r>
              <a:rPr lang="en-US" err="1"/>
              <a:t>nienadzorowana</a:t>
            </a:r>
            <a:endParaRPr lang="en-US" err="1">
              <a:ea typeface="+mj-lt"/>
              <a:cs typeface="+mj-lt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31A9D-C73F-4154-B96F-EE838DB56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Po </a:t>
            </a:r>
            <a:r>
              <a:rPr lang="en-US" err="1"/>
              <a:t>wykonaniu</a:t>
            </a:r>
            <a:r>
              <a:rPr lang="en-US"/>
              <a:t> </a:t>
            </a:r>
            <a:r>
              <a:rPr lang="en-US" err="1"/>
              <a:t>tej</a:t>
            </a:r>
            <a:r>
              <a:rPr lang="en-US"/>
              <a:t> </a:t>
            </a:r>
            <a:r>
              <a:rPr lang="en-US" err="1"/>
              <a:t>komendy</a:t>
            </a:r>
            <a:r>
              <a:rPr lang="en-US"/>
              <a:t>: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835600D-F6DA-40E8-8D09-3BF14E15A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56" y="2915445"/>
            <a:ext cx="6991610" cy="7661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1DC0FC-AF04-4DE2-AF0B-ACDFECFC0834}"/>
              </a:ext>
            </a:extLst>
          </p:cNvPr>
          <p:cNvSpPr txBox="1"/>
          <p:nvPr/>
        </p:nvSpPr>
        <p:spPr>
          <a:xfrm>
            <a:off x="590810" y="3784948"/>
            <a:ext cx="74822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/>
              <a:t>Przechodzimy</a:t>
            </a:r>
            <a:r>
              <a:rPr lang="en-US" sz="2400"/>
              <a:t> do </a:t>
            </a:r>
            <a:r>
              <a:rPr lang="en-US" sz="2400" err="1"/>
              <a:t>folderu</a:t>
            </a:r>
            <a:r>
              <a:rPr lang="en-US" sz="2400"/>
              <a:t> C:\VBox I </a:t>
            </a:r>
            <a:r>
              <a:rPr lang="en-US" sz="2400" err="1"/>
              <a:t>wpisujemy</a:t>
            </a:r>
            <a:r>
              <a:rPr lang="en-US" sz="2400"/>
              <a:t> </a:t>
            </a:r>
            <a:r>
              <a:rPr lang="en-US" sz="2400" err="1"/>
              <a:t>taką</a:t>
            </a:r>
            <a:r>
              <a:rPr lang="en-US" sz="2400"/>
              <a:t> </a:t>
            </a:r>
            <a:r>
              <a:rPr lang="en-US" sz="2400" err="1"/>
              <a:t>komendę</a:t>
            </a:r>
            <a:r>
              <a:rPr lang="en-US" sz="2400"/>
              <a:t>: 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F780769B-069C-44B2-9D29-97F555764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03" y="4706513"/>
            <a:ext cx="6709775" cy="6808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55B43A-C4E5-44F2-9EF3-C4AFB007952C}"/>
              </a:ext>
            </a:extLst>
          </p:cNvPr>
          <p:cNvSpPr txBox="1"/>
          <p:nvPr/>
        </p:nvSpPr>
        <p:spPr>
          <a:xfrm>
            <a:off x="587549" y="5524891"/>
            <a:ext cx="1046758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Po </a:t>
            </a:r>
            <a:r>
              <a:rPr lang="en-US" sz="2400" err="1"/>
              <a:t>chwili</a:t>
            </a:r>
            <a:r>
              <a:rPr lang="en-US" sz="2400"/>
              <a:t> </a:t>
            </a:r>
            <a:r>
              <a:rPr lang="en-US" sz="2400" err="1"/>
              <a:t>powninen</a:t>
            </a:r>
            <a:r>
              <a:rPr lang="en-US" sz="2400"/>
              <a:t> </a:t>
            </a:r>
            <a:r>
              <a:rPr lang="en-US" sz="2400" err="1"/>
              <a:t>nam</a:t>
            </a:r>
            <a:r>
              <a:rPr lang="en-US" sz="2400"/>
              <a:t> </a:t>
            </a:r>
            <a:r>
              <a:rPr lang="en-US" sz="2400" err="1"/>
              <a:t>się</a:t>
            </a:r>
            <a:r>
              <a:rPr lang="en-US" sz="2400"/>
              <a:t> </a:t>
            </a:r>
            <a:r>
              <a:rPr lang="en-US" sz="2400" err="1"/>
              <a:t>pokazać</a:t>
            </a:r>
            <a:r>
              <a:rPr lang="en-US" sz="2400"/>
              <a:t> </a:t>
            </a:r>
            <a:r>
              <a:rPr lang="en-US" sz="2400" err="1"/>
              <a:t>skrót</a:t>
            </a:r>
            <a:r>
              <a:rPr lang="en-US" sz="2400"/>
              <a:t> </a:t>
            </a:r>
            <a:r>
              <a:rPr lang="en-US" sz="2400">
                <a:ea typeface="+mn-lt"/>
                <a:cs typeface="+mn-lt"/>
              </a:rPr>
              <a:t>Oracle VM VirtualBox </a:t>
            </a:r>
            <a:r>
              <a:rPr lang="en-US" sz="2400" err="1">
                <a:ea typeface="+mn-lt"/>
                <a:cs typeface="+mn-lt"/>
              </a:rPr>
              <a:t>na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pulpicie</a:t>
            </a:r>
            <a:r>
              <a:rPr lang="en-US" sz="2400">
                <a:ea typeface="+mn-lt"/>
                <a:cs typeface="+mn-lt"/>
              </a:rPr>
              <a:t> jak I w menu start a </a:t>
            </a:r>
            <a:r>
              <a:rPr lang="en-US" sz="2400" err="1">
                <a:ea typeface="+mn-lt"/>
                <a:cs typeface="+mn-lt"/>
              </a:rPr>
              <a:t>sam</a:t>
            </a:r>
            <a:r>
              <a:rPr lang="en-US" sz="2400">
                <a:ea typeface="+mn-lt"/>
                <a:cs typeface="+mn-lt"/>
              </a:rPr>
              <a:t> program </a:t>
            </a:r>
            <a:r>
              <a:rPr lang="en-US" sz="2400" err="1">
                <a:ea typeface="+mn-lt"/>
                <a:cs typeface="+mn-lt"/>
              </a:rPr>
              <a:t>powinien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być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gotowy</a:t>
            </a:r>
            <a:r>
              <a:rPr lang="en-US" sz="2400">
                <a:ea typeface="+mn-lt"/>
                <a:cs typeface="+mn-lt"/>
              </a:rPr>
              <a:t> do </a:t>
            </a:r>
            <a:r>
              <a:rPr lang="en-US" sz="2400" err="1">
                <a:ea typeface="+mn-lt"/>
                <a:cs typeface="+mn-lt"/>
              </a:rPr>
              <a:t>użytki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47163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498E9-A3F7-489D-8E49-753EC481E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746" y="3592461"/>
            <a:ext cx="9613861" cy="1080938"/>
          </a:xfrm>
        </p:spPr>
        <p:txBody>
          <a:bodyPr/>
          <a:lstStyle/>
          <a:p>
            <a:pPr algn="ctr"/>
            <a:r>
              <a:rPr lang="en-US" sz="6000" err="1"/>
              <a:t>Dziękuję</a:t>
            </a:r>
            <a:r>
              <a:rPr lang="en-US" sz="6000"/>
              <a:t> za </a:t>
            </a:r>
            <a:r>
              <a:rPr lang="en-US" sz="6000" err="1"/>
              <a:t>uwagę</a:t>
            </a:r>
            <a:endParaRPr lang="en-US" sz="6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BD788-46D7-44D4-819A-DDC3B7F49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5DB16-8890-4A9B-8F6F-CC1112C52B0E}"/>
              </a:ext>
            </a:extLst>
          </p:cNvPr>
          <p:cNvSpPr txBox="1"/>
          <p:nvPr/>
        </p:nvSpPr>
        <p:spPr>
          <a:xfrm>
            <a:off x="3774510" y="5538592"/>
            <a:ext cx="464297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/>
              <a:t>Mariusz </a:t>
            </a:r>
            <a:r>
              <a:rPr lang="en-US" sz="2000" err="1"/>
              <a:t>Wróbel</a:t>
            </a:r>
            <a:r>
              <a:rPr lang="en-US" sz="2000"/>
              <a:t>          Dawid </a:t>
            </a:r>
            <a:r>
              <a:rPr lang="en-US" sz="2000" err="1"/>
              <a:t>Strzyż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89886598"/>
      </p:ext>
    </p:extLst>
  </p:cSld>
  <p:clrMapOvr>
    <a:masterClrMapping/>
  </p:clrMapOvr>
</p:sld>
</file>

<file path=ppt/theme/theme1.xml><?xml version="1.0" encoding="utf-8"?>
<a:theme xmlns:a="http://schemas.openxmlformats.org/drawingml/2006/main" name="TM04033917[[fn=Berlin]]_novariants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4033917[[fn=Berlin]]_novariants" id="{309C13C0-3BE0-4E8F-8916-1D5516B3B5DD}" vid="{18E1BE87-7240-45DF-8788-3CAEB7F17AB1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TM00001032</Template>
  <Application>Microsoft Office PowerPoint</Application>
  <PresentationFormat>Widescreen</PresentationFormat>
  <Slides>14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TM04033917[[fn=Berlin]]_novariants</vt:lpstr>
      <vt:lpstr>Instalacja Oracle VirtualBox</vt:lpstr>
      <vt:lpstr>Instalacja nadzorowana</vt:lpstr>
      <vt:lpstr>Instalacja nadzorowana </vt:lpstr>
      <vt:lpstr>Instalacja nadzorowana </vt:lpstr>
      <vt:lpstr>Instalacja nadzorowana </vt:lpstr>
      <vt:lpstr>Instalacja nadzorowana </vt:lpstr>
      <vt:lpstr>Instalacja nadzorowana </vt:lpstr>
      <vt:lpstr>Instalacja nienadzorowana</vt:lpstr>
      <vt:lpstr>Instalacja nienadzorowana</vt:lpstr>
      <vt:lpstr>Instalacja nienadzorowana</vt:lpstr>
      <vt:lpstr>Instalacja nienadzorowana</vt:lpstr>
      <vt:lpstr>Instalacja nienadzorowana</vt:lpstr>
      <vt:lpstr>Instalacja nienadzorowana </vt:lpstr>
      <vt:lpstr>Dziękuję za uwagę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</cp:revision>
  <dcterms:created xsi:type="dcterms:W3CDTF">2022-03-21T15:40:31Z</dcterms:created>
  <dcterms:modified xsi:type="dcterms:W3CDTF">2022-03-21T18:09:16Z</dcterms:modified>
</cp:coreProperties>
</file>